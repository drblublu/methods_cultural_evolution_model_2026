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AEAB4C-A5AC-4932-386E-DD03339B2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730E05-E1C1-EA04-6BF2-1D55A2938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44EA53-51C9-1532-4A93-85A1DB52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13BA65-C916-B388-836D-17AE94EE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F15E2E-6B93-D2AA-E982-C8A35F12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9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23B3F0-AB42-C5A6-B231-4F5F826D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37DFF1-8CDE-C194-42FF-548EEEF9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3F34C7-0B67-7589-1B74-5F84939E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81FEAE-5FC8-E689-877F-384FE903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EBB6B2-2459-E183-9446-84F1258B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38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C43956-1156-DFB0-654D-16CE6A29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2E0C87-A5D7-2999-4C10-E8E240B27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E1A58B-6E0D-E641-8E36-ED430F3E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C3472A-235A-AE53-FA01-F8FE30A3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876595-FF24-FBE1-12E3-1EF08149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15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579154-1DA9-BC70-7E79-6B03FA52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D2FE70-824E-72F4-0B1B-CE4A7F842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76D00-93F5-88D7-CD3C-77D695359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79A03C-782B-3C2D-D834-4ADEF97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847422-42DE-8A01-DF2A-6D84F45A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5AFFA7-4B43-F70B-2B09-FBBD90A7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71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7388A-DD4E-B964-ECBD-808A216C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0977D-0A05-1763-7EBF-FEC27CE0B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8E10C4-D44F-E50B-A67F-671F0188E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E50F995-A5EE-272C-0A8C-86ABD93F6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C91862-F6C8-F40E-EDC4-2D144439C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6818C8-401C-D95D-9C45-2E105A1C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AE9128-A281-10E5-9CF8-06E99A59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B5167E-8AD5-DB85-0DC7-06930D41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994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A0D2D-F8A5-E743-3B13-53FDAA73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93C064E-F366-9904-3C8E-42F31BD4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AB86AE-79BA-ADF3-F689-490266BE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5CD901-758E-11AD-C479-871EA1FC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37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0812E7-0FC6-FC9F-E036-B6D0E316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1D8D1B-FC94-F0B9-1673-99F2F7A35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F3A41C-4751-76EF-70E3-DB83CDDE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55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D801F-A429-054F-139E-B29F4A20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B8EA8C-214E-4ED8-8AA1-00EFA0A4D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F05994-72D4-BDD5-8422-ED3E5D9EB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C8B07F-5B9F-009A-DEDE-2B771581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33C40D-B26A-9188-0350-B0B22373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1E2380-80FB-8056-ABF8-57E30F53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84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B40E3A-A4E7-8AF1-FF57-9F30EA79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C4A5FD-F665-7D8B-1CA8-17D89AFD5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554E1B-9B1B-C40F-A0B1-5654DC5E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47DC1A-1287-FB66-4CDB-403704E8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DD4A2F-27E2-78D6-F6CB-8D5FCBB0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21A2C8-C0F1-7AC3-45F2-DFEA1036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06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0BB26C-F317-576B-796D-4FC70B62F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C0E5FD-3487-D15E-AD1F-4BBDC2B59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6213DE-E10B-95DB-CB5F-D98CB756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8728D3-E81B-F39A-4FB2-E7ACBB43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85D526-7DEE-CA53-2392-04BF0739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49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7C4651-D864-20F1-B588-77477A5E9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F9317E-F64E-6157-D95D-5060B4D2D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4A2EA7-7DC2-27E4-5812-804D7633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703C07-92A2-BC10-EF4D-4EE26BAD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FAD23-06C8-DE49-AB9A-91CA582C5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54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E176FE2-BC4B-84C0-963F-969963FB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44A3C8-7718-1A5C-2787-79C59E14D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B1AB0E-BC4E-1EB1-C003-B9A5E43A9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F265D-896D-4843-BB45-BC816DCAE7BC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15F38D-9B26-25E8-1416-8620A7089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321843-46E9-54F9-A8FC-BC7BC2D7B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B1AB3-3DE2-4A31-8F47-10AF0516A9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91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161DC-C7EE-AE71-45AD-63B620DE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NetLogo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397458-500C-4762-AD38-DAF4CA5F4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71226" cy="4351338"/>
          </a:xfrm>
        </p:spPr>
        <p:txBody>
          <a:bodyPr/>
          <a:lstStyle/>
          <a:p>
            <a:pPr algn="just"/>
            <a:r>
              <a:rPr lang="en-GB" dirty="0" err="1"/>
              <a:t>NetLogo</a:t>
            </a:r>
            <a:r>
              <a:rPr lang="en-GB" dirty="0"/>
              <a:t> is a programming language made for building and running agent-based models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It is pack with example model, perfect for learning !</a:t>
            </a:r>
          </a:p>
          <a:p>
            <a:pPr algn="just"/>
            <a:endParaRPr lang="en-GB" dirty="0"/>
          </a:p>
          <a:p>
            <a:pPr algn="just"/>
            <a:r>
              <a:rPr lang="fr-FR" dirty="0"/>
              <a:t>https://www.netlogoweb.org</a:t>
            </a:r>
          </a:p>
        </p:txBody>
      </p:sp>
      <p:pic>
        <p:nvPicPr>
          <p:cNvPr id="1026" name="Picture 2" descr="An Introduction to Agent-Based Modeling: Modeling Natural, Social, and  Engineered Complex Systems with NetLogo (English Edition) eBook : Wilensky,  Uri, Rand, William: Amazon.fr: Boutique Kindle">
            <a:extLst>
              <a:ext uri="{FF2B5EF4-FFF2-40B4-BE49-F238E27FC236}">
                <a16:creationId xmlns:a16="http://schemas.microsoft.com/office/drawing/2014/main" id="{52D05218-F5BF-E77E-7C30-739458BC9F1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303" y="1825625"/>
            <a:ext cx="38813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ri Wilensky">
            <a:extLst>
              <a:ext uri="{FF2B5EF4-FFF2-40B4-BE49-F238E27FC236}">
                <a16:creationId xmlns:a16="http://schemas.microsoft.com/office/drawing/2014/main" id="{E8AC115A-4A5F-31F8-3712-ADFD5C00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813" y="129397"/>
            <a:ext cx="1785039" cy="125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DAD4AB4-D456-CD71-C1DC-B1B24EAA499F}"/>
              </a:ext>
            </a:extLst>
          </p:cNvPr>
          <p:cNvSpPr txBox="1"/>
          <p:nvPr/>
        </p:nvSpPr>
        <p:spPr>
          <a:xfrm>
            <a:off x="10249619" y="1350792"/>
            <a:ext cx="194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Uri Wilensky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0251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E5E6020-4588-DCAB-559C-18FF23504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B188253-E035-091F-9DDD-53E2F1E36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943"/>
            <a:ext cx="10515600" cy="1728458"/>
          </a:xfrm>
        </p:spPr>
        <p:txBody>
          <a:bodyPr>
            <a:normAutofit/>
          </a:bodyPr>
          <a:lstStyle/>
          <a:p>
            <a:r>
              <a:rPr lang="en-GB" dirty="0"/>
              <a:t>For all the models, start them, let them run, think about them, then read the model info and do what’s proposed in the </a:t>
            </a:r>
            <a:r>
              <a:rPr lang="en-GB" i="1" dirty="0"/>
              <a:t>Things to try</a:t>
            </a:r>
            <a:r>
              <a:rPr lang="en-GB" dirty="0"/>
              <a:t> section. If you feel adventurous, try the </a:t>
            </a:r>
            <a:r>
              <a:rPr lang="en-GB" i="1" dirty="0"/>
              <a:t>Extending the model</a:t>
            </a:r>
            <a:r>
              <a:rPr lang="en-GB" dirty="0"/>
              <a:t> section as well ! (bold = more important for learning)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1DA79A78-22AC-24F2-511C-75867BC9D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57596"/>
              </p:ext>
            </p:extLst>
          </p:nvPr>
        </p:nvGraphicFramePr>
        <p:xfrm>
          <a:off x="2032000" y="3200401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607048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26020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What to learn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0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Sheep wolf predation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Emergence and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58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Ants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Emergence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05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Flocking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Micro rules -&gt; macro-patterns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2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HIV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Network and epidemic dynamics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096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Mammoths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of human expansion !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6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Segregation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Population change from individual preferences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727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Fire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Threshold effect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92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5729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126</Words>
  <Application>Microsoft Office PowerPoint</Application>
  <PresentationFormat>Grand écran</PresentationFormat>
  <Paragraphs>25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NetLogo</vt:lpstr>
      <vt:lpstr>Table of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BLUET Alexandre</dc:creator>
  <cp:lastModifiedBy>BLUET Alexandre</cp:lastModifiedBy>
  <cp:revision>5</cp:revision>
  <dcterms:created xsi:type="dcterms:W3CDTF">2026-02-11T13:33:50Z</dcterms:created>
  <dcterms:modified xsi:type="dcterms:W3CDTF">2026-02-11T13:43:33Z</dcterms:modified>
</cp:coreProperties>
</file>